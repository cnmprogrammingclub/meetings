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30"/>
  </p:notesMasterIdLst>
  <p:sldIdLst>
    <p:sldId id="274" r:id="rId2"/>
    <p:sldId id="399" r:id="rId3"/>
    <p:sldId id="387" r:id="rId4"/>
    <p:sldId id="376" r:id="rId5"/>
    <p:sldId id="388" r:id="rId6"/>
    <p:sldId id="386" r:id="rId7"/>
    <p:sldId id="393" r:id="rId8"/>
    <p:sldId id="394" r:id="rId9"/>
    <p:sldId id="395" r:id="rId10"/>
    <p:sldId id="396" r:id="rId11"/>
    <p:sldId id="397" r:id="rId12"/>
    <p:sldId id="398" r:id="rId13"/>
    <p:sldId id="401" r:id="rId14"/>
    <p:sldId id="375" r:id="rId15"/>
    <p:sldId id="389" r:id="rId16"/>
    <p:sldId id="373" r:id="rId17"/>
    <p:sldId id="379" r:id="rId18"/>
    <p:sldId id="390" r:id="rId19"/>
    <p:sldId id="381" r:id="rId20"/>
    <p:sldId id="382" r:id="rId21"/>
    <p:sldId id="383" r:id="rId22"/>
    <p:sldId id="402" r:id="rId23"/>
    <p:sldId id="380" r:id="rId24"/>
    <p:sldId id="384" r:id="rId25"/>
    <p:sldId id="385" r:id="rId26"/>
    <p:sldId id="392" r:id="rId27"/>
    <p:sldId id="391" r:id="rId28"/>
    <p:sldId id="400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ython" id="{8654F774-EFDF-4167-9B0A-FDFB0E31685C}">
          <p14:sldIdLst>
            <p14:sldId id="274"/>
            <p14:sldId id="399"/>
            <p14:sldId id="387"/>
            <p14:sldId id="376"/>
            <p14:sldId id="388"/>
            <p14:sldId id="386"/>
            <p14:sldId id="393"/>
            <p14:sldId id="394"/>
            <p14:sldId id="395"/>
            <p14:sldId id="396"/>
            <p14:sldId id="397"/>
            <p14:sldId id="398"/>
            <p14:sldId id="401"/>
            <p14:sldId id="375"/>
            <p14:sldId id="389"/>
            <p14:sldId id="373"/>
            <p14:sldId id="379"/>
            <p14:sldId id="390"/>
            <p14:sldId id="381"/>
            <p14:sldId id="382"/>
            <p14:sldId id="383"/>
            <p14:sldId id="402"/>
            <p14:sldId id="380"/>
            <p14:sldId id="384"/>
            <p14:sldId id="385"/>
            <p14:sldId id="392"/>
            <p14:sldId id="391"/>
          </p14:sldIdLst>
        </p14:section>
        <p14:section name="Summary" id="{D0EB42CD-7890-4201-9FC6-D6178D132C53}">
          <p14:sldIdLst>
            <p14:sldId id="4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35FF"/>
    <a:srgbClr val="054397"/>
    <a:srgbClr val="FFFFFF"/>
    <a:srgbClr val="FDD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63" autoAdjust="0"/>
    <p:restoredTop sz="94660"/>
  </p:normalViewPr>
  <p:slideViewPr>
    <p:cSldViewPr>
      <p:cViewPr varScale="1">
        <p:scale>
          <a:sx n="86" d="100"/>
          <a:sy n="86" d="100"/>
        </p:scale>
        <p:origin x="859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5922B8-2402-4D07-8CC1-A7973D5DEA1D}" type="datetimeFigureOut">
              <a:rPr lang="en-US" smtClean="0"/>
              <a:t>12/9/2014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E36D8C-E6BB-4A51-BC12-92C35C89F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467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E36D8C-E6BB-4A51-BC12-92C35C89F6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77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7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538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5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41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12/9/2014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549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12/9/2014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37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12/9/2014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578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158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872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54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171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5984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375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12/9/2014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816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12/9/2014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19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4875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54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2BFE950-A675-4D2F-BC24-F20C16678C63}" type="datetimeFigureOut">
              <a:rPr lang="en-US" smtClean="0"/>
              <a:t>12/9/2014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7124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globalgamejam.org/2014/jam-sites/rio-grande-igda-albuquerque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mailto:rgarner7@cnm.edu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deschool.com/courses/try-git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git-scm.com/book/en/v2/Getting-Started-Git-Basics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ying-donut.com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unity3d.com/unity/download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lender.org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lender.org/support/tutorials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6600" dirty="0" smtClean="0"/>
              <a:t>Computer Programming Club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Instructor: Rob Garner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26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Concept/Vision</a:t>
            </a:r>
          </a:p>
          <a:p>
            <a:r>
              <a:rPr lang="en-US" dirty="0" smtClean="0"/>
              <a:t>Process/Procedure</a:t>
            </a:r>
          </a:p>
          <a:p>
            <a:r>
              <a:rPr lang="en-US" dirty="0" smtClean="0"/>
              <a:t>Requirements for a Chartered Student Organization</a:t>
            </a:r>
          </a:p>
          <a:p>
            <a:r>
              <a:rPr lang="en-US" dirty="0" smtClean="0"/>
              <a:t>First Game Jam</a:t>
            </a:r>
          </a:p>
          <a:p>
            <a:r>
              <a:rPr lang="en-US" dirty="0" smtClean="0"/>
              <a:t>Technologies to Learn</a:t>
            </a:r>
          </a:p>
          <a:p>
            <a:r>
              <a:rPr lang="en-US" dirty="0" smtClean="0"/>
              <a:t>Next Meeting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157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Concept/Vision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62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CNM Programming Club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Student run but I will be the Faculty point of contact</a:t>
            </a:r>
            <a:r>
              <a:rPr lang="en-US" dirty="0" smtClean="0"/>
              <a:t>.</a:t>
            </a:r>
          </a:p>
          <a:p>
            <a:r>
              <a:rPr lang="en-US" dirty="0" smtClean="0"/>
              <a:t>Purpose </a:t>
            </a:r>
            <a:r>
              <a:rPr lang="en-US" dirty="0"/>
              <a:t>will be to improve group </a:t>
            </a:r>
            <a:r>
              <a:rPr lang="en-US" dirty="0" smtClean="0"/>
              <a:t>members’ </a:t>
            </a:r>
            <a:r>
              <a:rPr lang="en-US" dirty="0"/>
              <a:t>collaboration and coding skills by developing computer </a:t>
            </a:r>
            <a:r>
              <a:rPr lang="en-US" dirty="0" smtClean="0"/>
              <a:t>applications.</a:t>
            </a:r>
          </a:p>
          <a:p>
            <a:r>
              <a:rPr lang="en-US" dirty="0" smtClean="0"/>
              <a:t>It </a:t>
            </a:r>
            <a:r>
              <a:rPr lang="en-US" dirty="0"/>
              <a:t>will be open to anyone interested in computer </a:t>
            </a:r>
            <a:r>
              <a:rPr lang="en-US" dirty="0" smtClean="0"/>
              <a:t>software development</a:t>
            </a:r>
            <a:r>
              <a:rPr lang="en-US" dirty="0"/>
              <a:t>. You don't have to be a programmer! Digital media, artist, writers, musicians and many more all have a role in </a:t>
            </a:r>
            <a:r>
              <a:rPr lang="en-US" dirty="0" smtClean="0"/>
              <a:t>application </a:t>
            </a:r>
            <a:r>
              <a:rPr lang="en-US" dirty="0"/>
              <a:t>development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We </a:t>
            </a:r>
            <a:r>
              <a:rPr lang="en-US" dirty="0"/>
              <a:t>will learn to use version control software to manage larger group projects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5321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Process/Procedure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56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Initial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Initially meet once a month for:</a:t>
            </a:r>
          </a:p>
          <a:p>
            <a:pPr lvl="1"/>
            <a:r>
              <a:rPr lang="en-US" dirty="0" smtClean="0"/>
              <a:t>Iteration planning on a long term game development project.</a:t>
            </a:r>
          </a:p>
          <a:p>
            <a:pPr lvl="1"/>
            <a:r>
              <a:rPr lang="en-US" dirty="0" smtClean="0"/>
              <a:t>Planning for upcoming game jams, innovation </a:t>
            </a:r>
            <a:r>
              <a:rPr lang="en-US" dirty="0" err="1" smtClean="0"/>
              <a:t>james</a:t>
            </a:r>
            <a:r>
              <a:rPr lang="en-US" dirty="0" smtClean="0"/>
              <a:t> and other competitions</a:t>
            </a:r>
          </a:p>
          <a:p>
            <a:pPr lvl="1"/>
            <a:r>
              <a:rPr lang="en-US" dirty="0" smtClean="0"/>
              <a:t>Presentation on a programming topic.</a:t>
            </a:r>
          </a:p>
          <a:p>
            <a:r>
              <a:rPr lang="en-US" dirty="0" smtClean="0"/>
              <a:t>Other meetings as needed.</a:t>
            </a:r>
          </a:p>
          <a:p>
            <a:r>
              <a:rPr lang="en-US" dirty="0" smtClean="0"/>
              <a:t>Possibly use Fridays in lab as an ad-hoc, do homework then work on games day.</a:t>
            </a:r>
          </a:p>
        </p:txBody>
      </p:sp>
    </p:spTree>
    <p:extLst>
      <p:ext uri="{BB962C8B-B14F-4D97-AF65-F5344CB8AC3E}">
        <p14:creationId xmlns:p14="http://schemas.microsoft.com/office/powerpoint/2010/main" val="163218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 Requirements for a Chartered Student Organization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65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Forming a Chartered Student Organization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Need:  President, Vice-President, Secretary or Treasurer; </a:t>
            </a:r>
            <a:endParaRPr lang="en-US" dirty="0" smtClean="0"/>
          </a:p>
          <a:p>
            <a:r>
              <a:rPr lang="en-US" dirty="0" smtClean="0"/>
              <a:t>Draft Charter Packet</a:t>
            </a:r>
          </a:p>
          <a:p>
            <a:pPr lvl="1"/>
            <a:r>
              <a:rPr lang="en-US" dirty="0" smtClean="0"/>
              <a:t>Advisor Contract/Non-exclusionary Statement</a:t>
            </a:r>
          </a:p>
          <a:p>
            <a:pPr lvl="1"/>
            <a:r>
              <a:rPr lang="en-US" dirty="0" smtClean="0"/>
              <a:t>CSO Chartering Application Form</a:t>
            </a:r>
          </a:p>
          <a:p>
            <a:pPr lvl="1"/>
            <a:r>
              <a:rPr lang="en-US" dirty="0" smtClean="0"/>
              <a:t>Active Members List</a:t>
            </a:r>
          </a:p>
          <a:p>
            <a:pPr lvl="1"/>
            <a:r>
              <a:rPr lang="en-US" dirty="0" smtClean="0"/>
              <a:t>Copy of the organization’s governing documents</a:t>
            </a:r>
          </a:p>
          <a:p>
            <a:pPr lvl="1"/>
            <a:r>
              <a:rPr lang="en-US" dirty="0" smtClean="0"/>
              <a:t>Web Page Information</a:t>
            </a:r>
          </a:p>
        </p:txBody>
      </p:sp>
    </p:spTree>
    <p:extLst>
      <p:ext uri="{BB962C8B-B14F-4D97-AF65-F5344CB8AC3E}">
        <p14:creationId xmlns:p14="http://schemas.microsoft.com/office/powerpoint/2010/main" val="1195303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Forming a Chartered Student Organization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Advisor and Officers must attend CSO training session</a:t>
            </a:r>
          </a:p>
          <a:p>
            <a:r>
              <a:rPr lang="en-US" dirty="0" smtClean="0"/>
              <a:t>Minimum of 8 active student members/participants. GPA 2.0 or higher and be completing coursework successfully.</a:t>
            </a:r>
          </a:p>
          <a:p>
            <a:r>
              <a:rPr lang="en-US" dirty="0" smtClean="0"/>
              <a:t>CSOs must have:</a:t>
            </a:r>
          </a:p>
          <a:p>
            <a:pPr lvl="1"/>
            <a:r>
              <a:rPr lang="en-US" dirty="0" smtClean="0"/>
              <a:t>Name</a:t>
            </a:r>
          </a:p>
          <a:p>
            <a:pPr lvl="1"/>
            <a:r>
              <a:rPr lang="en-US" dirty="0" smtClean="0"/>
              <a:t>Mission statement</a:t>
            </a:r>
          </a:p>
          <a:p>
            <a:pPr lvl="1"/>
            <a:r>
              <a:rPr lang="en-US" dirty="0" smtClean="0"/>
              <a:t>Governing document</a:t>
            </a:r>
          </a:p>
          <a:p>
            <a:pPr lvl="1"/>
            <a:r>
              <a:rPr lang="en-US" dirty="0" smtClean="0"/>
              <a:t>Web Page Information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019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RESPONSIBILITIES OF A CHARTERED STUDENT ORGANIZATION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No Organization may obligate or commit CNM financially or in any other way without the approval of their Advisor, the Student Activities Office and the Dean of Students. The advisor/officers will work with the Student Activities Office to obtain the proper approvals when needed. </a:t>
            </a:r>
          </a:p>
        </p:txBody>
      </p:sp>
    </p:spTree>
    <p:extLst>
      <p:ext uri="{BB962C8B-B14F-4D97-AF65-F5344CB8AC3E}">
        <p14:creationId xmlns:p14="http://schemas.microsoft.com/office/powerpoint/2010/main" val="29455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RESPONSIBILITIES OF A CHARTERED STUDENT ORGANIZATION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800" dirty="0"/>
              <a:t>When a CSO gathers for travel, meetings, social events, activities, service projects, etc. they are representing CNM.  </a:t>
            </a:r>
            <a:endParaRPr lang="en-US" sz="2800" dirty="0" smtClean="0"/>
          </a:p>
          <a:p>
            <a:r>
              <a:rPr lang="en-US" sz="2800" dirty="0" smtClean="0"/>
              <a:t>Advisors</a:t>
            </a:r>
            <a:r>
              <a:rPr lang="en-US" sz="2800" dirty="0"/>
              <a:t>, Officers and members are representatives of CNM and should maintain professional conduct.  </a:t>
            </a:r>
            <a:endParaRPr lang="en-US" sz="2800" dirty="0" smtClean="0"/>
          </a:p>
          <a:p>
            <a:r>
              <a:rPr lang="en-US" sz="2800" dirty="0" smtClean="0"/>
              <a:t>CSO </a:t>
            </a:r>
            <a:r>
              <a:rPr lang="en-US" sz="2800" dirty="0"/>
              <a:t>officers and members are expected to adhere to the behavioral expectations set forth in CNM’s Student Code of Conduct.  </a:t>
            </a:r>
            <a:endParaRPr lang="en-US" sz="2800" dirty="0" smtClean="0"/>
          </a:p>
          <a:p>
            <a:r>
              <a:rPr lang="en-US" sz="2800" dirty="0" smtClean="0"/>
              <a:t>CSO </a:t>
            </a:r>
            <a:r>
              <a:rPr lang="en-US" sz="2800" dirty="0"/>
              <a:t>Advisors are expected to adhere to the behavioral expectations set forth in CNM’s Employee Handbook.  </a:t>
            </a:r>
            <a:endParaRPr lang="en-US" sz="2800" dirty="0" smtClean="0"/>
          </a:p>
          <a:p>
            <a:r>
              <a:rPr lang="en-US" sz="2800" dirty="0" smtClean="0"/>
              <a:t>Should </a:t>
            </a:r>
            <a:r>
              <a:rPr lang="en-US" sz="2800" dirty="0"/>
              <a:t>it ever be necessary to do so, advisors, officers, members and organizations would be disciplined according to the Student Code of Conduct and the CNM Employee Handbook standards and procedures.</a:t>
            </a:r>
          </a:p>
        </p:txBody>
      </p:sp>
    </p:spTree>
    <p:extLst>
      <p:ext uri="{BB962C8B-B14F-4D97-AF65-F5344CB8AC3E}">
        <p14:creationId xmlns:p14="http://schemas.microsoft.com/office/powerpoint/2010/main" val="243985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RESPONSIBILITIES OF A CHARTERED STUDENT ORGANIZATION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CSOs are responsible for adhering by the policies and procedures found in the CSO Advisor/Officer Manual, the Student Allocation Board Guidelines, the Student Code of Conduct, and CNM Employee Handbook and when appropriate, The Source. </a:t>
            </a:r>
          </a:p>
        </p:txBody>
      </p:sp>
    </p:spTree>
    <p:extLst>
      <p:ext uri="{BB962C8B-B14F-4D97-AF65-F5344CB8AC3E}">
        <p14:creationId xmlns:p14="http://schemas.microsoft.com/office/powerpoint/2010/main" val="280406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Game Programming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0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10 Benefits of Game Programming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It’s fun.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You have to learn to solve intricate logic problems.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It’s fun.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You have opportunities to work with others, learn to program in a group and use version control software.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It’s fun.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You learn to think in terms of the user’s experience when designing software.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It’s fun.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A completed game is evidence that you enjoy coding and can develop a complete product.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It’s fun.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If you can code a complex game you probably have the tenacity to code anything.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245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(third?) Game Jam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53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Rio Grande IGDA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524000"/>
            <a:ext cx="5638800" cy="41569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90600" y="5867400"/>
            <a:ext cx="7924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http://globalgamejam.org/2014/jam-sites/rio-grande-igda-albuquerque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0694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Game Jam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Email </a:t>
            </a:r>
            <a:r>
              <a:rPr lang="en-US" dirty="0" smtClean="0">
                <a:hlinkClick r:id="rId2"/>
              </a:rPr>
              <a:t>rgarner7@cnm.edu</a:t>
            </a:r>
            <a:r>
              <a:rPr lang="en-US" dirty="0" smtClean="0"/>
              <a:t> if you are interested in participating.</a:t>
            </a:r>
          </a:p>
          <a:p>
            <a:r>
              <a:rPr lang="en-US" dirty="0" smtClean="0"/>
              <a:t>Tell me:</a:t>
            </a:r>
          </a:p>
          <a:p>
            <a:pPr lvl="1"/>
            <a:r>
              <a:rPr lang="en-US" dirty="0" smtClean="0"/>
              <a:t>What languages you have programmed in?</a:t>
            </a:r>
          </a:p>
          <a:p>
            <a:pPr lvl="1"/>
            <a:r>
              <a:rPr lang="en-US" dirty="0" smtClean="0"/>
              <a:t>Have you used GitHub before?</a:t>
            </a:r>
          </a:p>
          <a:p>
            <a:pPr lvl="1"/>
            <a:r>
              <a:rPr lang="en-US" dirty="0" smtClean="0"/>
              <a:t>Have you used Blender or other 3d Modeling software?</a:t>
            </a:r>
          </a:p>
          <a:p>
            <a:pPr lvl="1"/>
            <a:r>
              <a:rPr lang="en-US" dirty="0" smtClean="0"/>
              <a:t>Have you used GIMP or Photoshop?</a:t>
            </a:r>
          </a:p>
          <a:p>
            <a:pPr lvl="1"/>
            <a:r>
              <a:rPr lang="en-US" dirty="0" smtClean="0"/>
              <a:t>Have you used any sound/music software?</a:t>
            </a:r>
          </a:p>
          <a:p>
            <a:pPr lvl="1"/>
            <a:r>
              <a:rPr lang="en-US" dirty="0" smtClean="0"/>
              <a:t>Have you programed Unity or other Game Framework?</a:t>
            </a:r>
          </a:p>
          <a:p>
            <a:r>
              <a:rPr lang="en-US" dirty="0" smtClean="0"/>
              <a:t>I will form one or more teams (depending on number of participants)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15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Initial Technologies to Learn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8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GIT and GITHUB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524000"/>
            <a:ext cx="6623992" cy="4297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505200" y="6096000"/>
            <a:ext cx="22393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https://github.com</a:t>
            </a:r>
            <a:r>
              <a:rPr lang="en-US" dirty="0" smtClean="0">
                <a:hlinkClick r:id="rId3"/>
              </a:rPr>
              <a:t>/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433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 GIT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605" y="1752600"/>
            <a:ext cx="6036791" cy="3916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19300" y="5867400"/>
            <a:ext cx="5105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www.codeschool.com/courses/try-git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40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 GIT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676400"/>
            <a:ext cx="6741432" cy="4374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24000" y="6248400"/>
            <a:ext cx="6858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git-scm.com/book/en/v2/Getting-Started-Git-Basics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661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Flying Donut Scrum Software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037" y="1600200"/>
            <a:ext cx="7251926" cy="4343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881409" y="6096000"/>
            <a:ext cx="33811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https://www.flying-donut.com</a:t>
            </a:r>
            <a:r>
              <a:rPr lang="en-US" dirty="0" smtClean="0">
                <a:hlinkClick r:id="rId3"/>
              </a:rPr>
              <a:t>/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503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524000"/>
            <a:ext cx="6459205" cy="4191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667000" y="6019800"/>
            <a:ext cx="38921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unity3d.com/unity/download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567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Blender 3D Modeling Software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752600"/>
            <a:ext cx="6741432" cy="4374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76600" y="6172200"/>
            <a:ext cx="2707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http://www.blender.org</a:t>
            </a:r>
            <a:r>
              <a:rPr lang="en-US" dirty="0" smtClean="0">
                <a:hlinkClick r:id="rId3"/>
              </a:rPr>
              <a:t>/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031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Blender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524000"/>
            <a:ext cx="6154231" cy="3993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438400" y="5638800"/>
            <a:ext cx="44903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http://www.blender.org/support/tutorials</a:t>
            </a:r>
            <a:r>
              <a:rPr lang="en-US" dirty="0" smtClean="0">
                <a:hlinkClick r:id="rId3"/>
              </a:rPr>
              <a:t>/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37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Meeting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9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Meeting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is best time to Meet?</a:t>
            </a:r>
          </a:p>
          <a:p>
            <a:r>
              <a:rPr lang="en-US" dirty="0" smtClean="0"/>
              <a:t>Goals for next meeting:</a:t>
            </a:r>
          </a:p>
          <a:p>
            <a:pPr lvl="1"/>
            <a:r>
              <a:rPr lang="en-US" dirty="0" smtClean="0"/>
              <a:t>Draft CSO documents</a:t>
            </a:r>
          </a:p>
          <a:p>
            <a:pPr lvl="1"/>
            <a:r>
              <a:rPr lang="en-US" dirty="0" smtClean="0"/>
              <a:t>Get candidates for four officer positions (interim?)</a:t>
            </a:r>
          </a:p>
          <a:p>
            <a:pPr lvl="1"/>
            <a:r>
              <a:rPr lang="en-US" dirty="0" smtClean="0"/>
              <a:t>Plan attendance at next game jam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090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Concept/Vision</a:t>
            </a:r>
          </a:p>
          <a:p>
            <a:r>
              <a:rPr lang="en-US" dirty="0" smtClean="0"/>
              <a:t>Process/Procedure</a:t>
            </a:r>
          </a:p>
          <a:p>
            <a:r>
              <a:rPr lang="en-US" dirty="0" smtClean="0"/>
              <a:t>Requirements for a Chartered Student Organization</a:t>
            </a:r>
          </a:p>
          <a:p>
            <a:r>
              <a:rPr lang="en-US" dirty="0" smtClean="0"/>
              <a:t>First Game Jam</a:t>
            </a:r>
          </a:p>
          <a:p>
            <a:r>
              <a:rPr lang="en-US" dirty="0" smtClean="0"/>
              <a:t>Technologies to Learn</a:t>
            </a:r>
          </a:p>
          <a:p>
            <a:r>
              <a:rPr lang="en-US" dirty="0" smtClean="0"/>
              <a:t>Next Meeting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824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8671</TotalTime>
  <Words>756</Words>
  <Application>Microsoft Office PowerPoint</Application>
  <PresentationFormat>On-screen Show (4:3)</PresentationFormat>
  <Paragraphs>111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Calibri</vt:lpstr>
      <vt:lpstr>Calisto MT</vt:lpstr>
      <vt:lpstr>Trebuchet MS</vt:lpstr>
      <vt:lpstr>Wingdings 2</vt:lpstr>
      <vt:lpstr>Slate</vt:lpstr>
      <vt:lpstr>Computer Programming Club</vt:lpstr>
      <vt:lpstr>Overview</vt:lpstr>
      <vt:lpstr>Concept/Vision</vt:lpstr>
      <vt:lpstr>CNM Programming Club</vt:lpstr>
      <vt:lpstr>Process/Procedure</vt:lpstr>
      <vt:lpstr>Initial Process</vt:lpstr>
      <vt:lpstr>Review Requirements for a Chartered Student Organization</vt:lpstr>
      <vt:lpstr>Forming a Chartered Student Organization</vt:lpstr>
      <vt:lpstr>Forming a Chartered Student Organization</vt:lpstr>
      <vt:lpstr>RESPONSIBILITIES OF A CHARTERED STUDENT ORGANIZATION </vt:lpstr>
      <vt:lpstr>RESPONSIBILITIES OF A CHARTERED STUDENT ORGANIZATION </vt:lpstr>
      <vt:lpstr>RESPONSIBILITIES OF A CHARTERED STUDENT ORGANIZATION </vt:lpstr>
      <vt:lpstr>Game Programming</vt:lpstr>
      <vt:lpstr>10 Benefits of Game Programming</vt:lpstr>
      <vt:lpstr>First (third?) Game Jam</vt:lpstr>
      <vt:lpstr>Rio Grande IGDA</vt:lpstr>
      <vt:lpstr>Game Jam</vt:lpstr>
      <vt:lpstr>Initial Technologies to Learn</vt:lpstr>
      <vt:lpstr>GIT and GITHUB</vt:lpstr>
      <vt:lpstr>Learn GIT</vt:lpstr>
      <vt:lpstr>Learn GIT</vt:lpstr>
      <vt:lpstr>Flying Donut Scrum Software</vt:lpstr>
      <vt:lpstr>Unity</vt:lpstr>
      <vt:lpstr>Blender 3D Modeling Software</vt:lpstr>
      <vt:lpstr>Learning Blender</vt:lpstr>
      <vt:lpstr>Next Meeting</vt:lpstr>
      <vt:lpstr>Next Meeting</vt:lpstr>
      <vt:lpstr>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User</dc:creator>
  <cp:lastModifiedBy>Robert Garner</cp:lastModifiedBy>
  <cp:revision>219</cp:revision>
  <dcterms:created xsi:type="dcterms:W3CDTF">2014-07-06T04:18:32Z</dcterms:created>
  <dcterms:modified xsi:type="dcterms:W3CDTF">2014-12-09T15:58:12Z</dcterms:modified>
</cp:coreProperties>
</file>